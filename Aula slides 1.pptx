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presentations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Aula 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  <p:pic>
        <p:nvPicPr>
          <p:cNvPr descr="download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12900" y="1193800"/>
            <a:ext cx="5918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enables you to weave together content and executable code into a finished presentation. To learn more about Quarto presentations see </a:t>
            </a:r>
            <a:r>
              <a:rPr>
                <a:hlinkClick r:id="rId2"/>
              </a:rPr>
              <a:t>https://quarto.org/docs/presentations/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document will be generated that includes:</a:t>
            </a:r>
          </a:p>
          <a:p>
            <a:pPr lvl="0"/>
            <a:r>
              <a:rPr/>
              <a:t>Content authored with markdown</a:t>
            </a:r>
          </a:p>
          <a:p>
            <a:pPr lvl="0"/>
            <a:r>
              <a:rPr/>
              <a:t>Output from executable code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presentation will be generated that includes both content and the output of embedded code. You can embed code like this: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</dc:title>
  <dc:creator/>
  <cp:keywords/>
  <dcterms:created xsi:type="dcterms:W3CDTF">2026-03-11T19:40:50Z</dcterms:created>
  <dcterms:modified xsi:type="dcterms:W3CDTF">2026-03-11T19:40:50Z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